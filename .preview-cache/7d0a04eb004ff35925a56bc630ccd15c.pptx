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Donkey: A Circus' Best Animal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humble donkey steals the show every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2588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Donkeys Outperform Every Other Circus Animal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" cy="82296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4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Unmatched Versatility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combine intelligence, trainability, and natural comedic timing — a rare triple threat that no other circus animal can match. Their stubborn reputation is actually selective cooperation, making every trick feel earned and authentic to audiences.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457200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Donkey's Path to Showstopper Status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Trust Building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form deep bonds with trainers, creating a visible on-stage rapport that audiences find genuinely heartwarming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59404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9404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1" name="Text 19"/>
          <p:cNvSpPr/>
          <p:nvPr/>
        </p:nvSpPr>
        <p:spPr>
          <a:xfrm>
            <a:off x="3550844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😂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96564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Comedic Timing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6564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natural pauses and head tilts generate spontaneous laughter without any rehearsed gimmicks or forced routines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3008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008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🎪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70168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Crowd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0168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Donkeys engage directly with audience members, making each performance feel personal and unrepeatable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611" y="3383280"/>
            <a:ext cx="249928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611" y="3383280"/>
            <a:ext cx="2499284" cy="3657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051" y="352044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6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143771" y="3977640"/>
            <a:ext cx="22249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Standing Ovation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3771" y="4343400"/>
            <a:ext cx="2224964" cy="-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finale moment — a well-timed bray or bow brings the house down and cements the donkey as the star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5800" y="5852160"/>
            <a:ext cx="457200" cy="36576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9253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Donkey vs. Other Circus Animals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Attribute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49819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39" name="Text 37"/>
          <p:cNvSpPr/>
          <p:nvPr/>
        </p:nvSpPr>
        <p:spPr>
          <a:xfrm>
            <a:off x="2941259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🫏 Donkey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13838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1" name="Text 39"/>
          <p:cNvSpPr/>
          <p:nvPr/>
        </p:nvSpPr>
        <p:spPr>
          <a:xfrm>
            <a:off x="5105278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🐘 Elephant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7857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3" name="Text 41"/>
          <p:cNvSpPr/>
          <p:nvPr/>
        </p:nvSpPr>
        <p:spPr>
          <a:xfrm>
            <a:off x="7269297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🦁 Lion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341876" y="6263640"/>
            <a:ext cx="2164019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5" name="Text 43"/>
          <p:cNvSpPr/>
          <p:nvPr/>
        </p:nvSpPr>
        <p:spPr>
          <a:xfrm>
            <a:off x="9433316" y="6263640"/>
            <a:ext cx="19811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🐩 Dog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Appeal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9819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1259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13838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05278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7857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297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341876" y="658368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3316" y="65836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5800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Trainability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49819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1259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13838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05278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7857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297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341876" y="685800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3316" y="685800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5800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7240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Record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49819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41259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13838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05278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7857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69297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341876" y="713232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33316" y="713232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85800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7240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Comedic Value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49819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41259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013838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05278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77857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69297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341876" y="740664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33316" y="740664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85800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 Interaction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2849819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41259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13838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05278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77857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69297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9341876" y="7680960"/>
            <a:ext cx="2164019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33316" y="768096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85800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77240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Upkeep Cost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849819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41259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5013838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05278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7177857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269297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341876" y="7955280"/>
            <a:ext cx="2164019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433316" y="7955280"/>
            <a:ext cx="19811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85800" y="9966960"/>
            <a:ext cx="457200" cy="36576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07" name="Text 105"/>
          <p:cNvSpPr/>
          <p:nvPr/>
        </p:nvSpPr>
        <p:spPr>
          <a:xfrm>
            <a:off x="685800" y="10040112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85800" y="10378440"/>
            <a:ext cx="10820095" cy="8229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85800" y="10378440"/>
            <a:ext cx="36576" cy="82296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10" name="Text 108"/>
          <p:cNvSpPr/>
          <p:nvPr/>
        </p:nvSpPr>
        <p:spPr>
          <a:xfrm>
            <a:off x="914400" y="10561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399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4000" dirty="0"/>
          </a:p>
        </p:txBody>
      </p:sp>
      <p:sp>
        <p:nvSpPr>
          <p:cNvPr id="111" name="Text 109"/>
          <p:cNvSpPr/>
          <p:nvPr/>
        </p:nvSpPr>
        <p:spPr>
          <a:xfrm>
            <a:off x="914400" y="112014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contest — the donkey is the GOAT of the circus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914400" y="11567160"/>
            <a:ext cx="9601200" cy="-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52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affordable, endlessly entertaining, and genuinely loved by audiences of all ages. Every circus that has invested in a donkey act has seen repeat attendance climb. The donkey doesn't just perform — it creates fans.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2026-04-03T19:59:45Z</dcterms:created>
  <dcterms:modified xsi:type="dcterms:W3CDTF">2026-04-03T19:59:45Z</dcterms:modified>
</cp:coreProperties>
</file>