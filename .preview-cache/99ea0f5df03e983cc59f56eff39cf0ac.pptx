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Turtles are good for the ocean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Approach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005840"/>
            <a:ext cx="10820095" cy="1828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63040"/>
            <a:ext cx="10454335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800"/>
              </a:lnSpc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clear objectives and success criteria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cross-functional stakeholders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governance framework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KPIs and adjust course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2026-04-03T21:03:56Z</dcterms:created>
  <dcterms:modified xsi:type="dcterms:W3CDTF">2026-04-03T21:03:56Z</dcterms:modified>
</cp:coreProperties>
</file>