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66666"/>
                </a:solidFill>
              </a:rPr>
              <a:t>⚠️ Code-Based Slide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828800" y="32004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This slide uses PptxGenJS code and can't be previewed in PPTX mode.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Use "Export Deck" to generate the final presentation.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2026-04-03T21:41:11Z</dcterms:created>
  <dcterms:modified xsi:type="dcterms:W3CDTF">2026-04-03T21:41:11Z</dcterms:modified>
</cp:coreProperties>
</file>