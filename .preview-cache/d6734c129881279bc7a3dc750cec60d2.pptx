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1152144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25% Year-over-Year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3781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54864" cy="137160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92347" y="18745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01752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54864" cy="137160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2724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92347" y="3429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2613965" cy="256032"/>
          </a:xfrm>
          <a:prstGeom prst="rect">
            <a:avLst>
              <a:gd name="adj" fmla="val 14286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457200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72000"/>
            <a:ext cx="54864" cy="137160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8172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92347" y="4983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486400"/>
            <a:ext cx="1633728" cy="256032"/>
          </a:xfrm>
          <a:prstGeom prst="rect">
            <a:avLst>
              <a:gd name="adj" fmla="val 14286"/>
            </a:avLst>
          </a:prstGeom>
          <a:solidFill>
            <a:srgbClr val="339966"/>
          </a:solidFill>
          <a:ln/>
        </p:spPr>
      </p:sp>
      <p:sp>
        <p:nvSpPr>
          <p:cNvPr id="27" name="Text 25"/>
          <p:cNvSpPr/>
          <p:nvPr/>
        </p:nvSpPr>
        <p:spPr>
          <a:xfrm>
            <a:off x="5159045" y="1051560"/>
            <a:ext cx="66824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59045" y="1463040"/>
            <a:ext cx="6682435" cy="4663440"/>
          </a:xfrm>
          <a:prstGeom prst="rect">
            <a:avLst>
              <a:gd name="adj" fmla="val 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2005" y="534924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5204765" y="5212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2005" y="453771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04765" y="440055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2005" y="372618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4" name="Text 32"/>
          <p:cNvSpPr/>
          <p:nvPr/>
        </p:nvSpPr>
        <p:spPr>
          <a:xfrm>
            <a:off x="5204765" y="35890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2005" y="291465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6" name="Text 34"/>
          <p:cNvSpPr/>
          <p:nvPr/>
        </p:nvSpPr>
        <p:spPr>
          <a:xfrm>
            <a:off x="5204765" y="277749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2005" y="210312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5204765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2156" y="2914650"/>
            <a:ext cx="1080455" cy="2434590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59276" y="2530602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67836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42915" y="2590038"/>
            <a:ext cx="1080455" cy="2759202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60035" y="2205990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8595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43673" y="2427732"/>
            <a:ext cx="1080455" cy="2921508"/>
          </a:xfrm>
          <a:prstGeom prst="rect">
            <a:avLst>
              <a:gd name="adj" fmla="val 5078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760793" y="2043684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69353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2384" y="2914650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683142" y="2590038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790944" y="2823210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1702" y="2498598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92461" y="2336292"/>
            <a:ext cx="182880" cy="182880"/>
          </a:xfrm>
          <a:prstGeom prst="ellipse">
            <a:avLst/>
          </a:prstGeom>
          <a:solidFill>
            <a:srgbClr val="E5691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03941" y="21991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↑ 25% YoY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72600" y="1600200"/>
            <a:ext cx="2194560" cy="777240"/>
          </a:xfrm>
          <a:prstGeom prst="rect">
            <a:avLst>
              <a:gd name="adj" fmla="val 9412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372600" y="1600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TOTAL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6400800"/>
            <a:ext cx="11521440" cy="13716"/>
          </a:xfrm>
          <a:prstGeom prst="rect">
            <a:avLst/>
          </a:prstGeom>
          <a:solidFill>
            <a:srgbClr val="C8D6DE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INSIGHT2PROFIT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2026-04-06T20:47:08Z</dcterms:created>
  <dcterms:modified xsi:type="dcterms:W3CDTF">2026-04-06T20:47:08Z</dcterms:modified>
</cp:coreProperties>
</file>