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828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04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Total Revenue: $2.5M  |  Year-over-Year Growth: 25%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447288" cy="6400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$1.2M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48% of 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1435242" cy="201168"/>
          </a:xfrm>
          <a:prstGeom prst="rect">
            <a:avLst>
              <a:gd name="adj" fmla="val 18182"/>
            </a:avLst>
          </a:prstGeom>
          <a:solidFill>
            <a:srgbClr val="00446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33088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33088" y="1371600"/>
            <a:ext cx="3447288" cy="64008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1688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61688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32% of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2788920"/>
            <a:ext cx="956828" cy="201168"/>
          </a:xfrm>
          <a:prstGeom prst="rect">
            <a:avLst>
              <a:gd name="adj" fmla="val 18182"/>
            </a:avLst>
          </a:prstGeom>
          <a:solidFill>
            <a:srgbClr val="E5691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1371600"/>
            <a:ext cx="3447288" cy="1920240"/>
          </a:xfrm>
          <a:prstGeom prst="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1371600"/>
            <a:ext cx="3447288" cy="64008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22" name="Text 20"/>
          <p:cNvSpPr/>
          <p:nvPr/>
        </p:nvSpPr>
        <p:spPr>
          <a:xfrm>
            <a:off x="8037576" y="1554480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37576" y="1874520"/>
            <a:ext cx="2990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037576" y="24231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20% of total revenue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37576" y="2788920"/>
            <a:ext cx="2990088" cy="201168"/>
          </a:xfrm>
          <a:prstGeom prst="rect">
            <a:avLst>
              <a:gd name="adj" fmla="val 18182"/>
            </a:avLst>
          </a:prstGeom>
          <a:solidFill>
            <a:srgbClr val="F3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037576" y="2788920"/>
            <a:ext cx="598018" cy="201168"/>
          </a:xfrm>
          <a:prstGeom prst="rect">
            <a:avLst>
              <a:gd name="adj" fmla="val 18182"/>
            </a:avLst>
          </a:prstGeom>
          <a:solidFill>
            <a:srgbClr val="339966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11274552" cy="347472"/>
          </a:xfrm>
          <a:prstGeom prst="rect">
            <a:avLst>
              <a:gd name="adj" fmla="val 10526"/>
            </a:avLst>
          </a:prstGeom>
          <a:solidFill>
            <a:srgbClr val="00446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MONTHLY REVENUE TREND — Q1 2024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1274552" cy="2423160"/>
          </a:xfrm>
          <a:prstGeom prst="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0D5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80160" y="434340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206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$1.0M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75488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617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280160" y="516636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$500K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280160" y="557784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$250K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280160" y="5989320"/>
            <a:ext cx="9994392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5852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22932" y="4754880"/>
            <a:ext cx="1645920" cy="1234440"/>
          </a:xfrm>
          <a:prstGeom prst="rect">
            <a:avLst>
              <a:gd name="adj" fmla="val 4444"/>
            </a:avLst>
          </a:prstGeom>
          <a:solidFill>
            <a:srgbClr val="00446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22932" y="4407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$750K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48612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January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54396" y="4590288"/>
            <a:ext cx="1645920" cy="1399032"/>
          </a:xfrm>
          <a:prstGeom prst="rect">
            <a:avLst>
              <a:gd name="adj" fmla="val 3922"/>
            </a:avLst>
          </a:prstGeom>
          <a:solidFill>
            <a:srgbClr val="E56910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54396" y="42428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$850K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0076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February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54396" y="3950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+13.3%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85860" y="4507992"/>
            <a:ext cx="1645920" cy="1481328"/>
          </a:xfrm>
          <a:prstGeom prst="rect">
            <a:avLst>
              <a:gd name="adj" fmla="val 3704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7858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$900K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1540" y="6062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March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8586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+5.9%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945892" y="4754880"/>
            <a:ext cx="3331464" cy="-164592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277356" y="4590288"/>
            <a:ext cx="3331464" cy="-82296"/>
          </a:xfrm>
          <a:prstGeom prst="line">
            <a:avLst/>
          </a:prstGeom>
          <a:noFill/>
          <a:ln w="25400">
            <a:solidFill>
              <a:srgbClr val="2528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8503920" y="228600"/>
            <a:ext cx="3200400" cy="777240"/>
          </a:xfrm>
          <a:prstGeom prst="rect">
            <a:avLst>
              <a:gd name="adj" fmla="val 11765"/>
            </a:avLst>
          </a:prstGeom>
          <a:solidFill>
            <a:srgbClr val="33996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686800" y="22860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▲ 25%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YoY Growth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457200" y="6629400"/>
            <a:ext cx="11274552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665683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Q1 2024 Revenue Report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2026-04-06T18:53:39Z</dcterms:created>
  <dcterms:modified xsi:type="dcterms:W3CDTF">2026-04-06T18:53:39Z</dcterms:modified>
</cp:coreProperties>
</file>