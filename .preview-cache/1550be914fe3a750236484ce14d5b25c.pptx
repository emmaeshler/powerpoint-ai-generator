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Turkeys Generate Wealth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Value Creation Across the Turkey Industry Value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11430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Shape 7"/>
          <p:cNvSpPr/>
          <p:nvPr/>
        </p:nvSpPr>
        <p:spPr>
          <a:xfrm>
            <a:off x="2904683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4683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1" name="Shape 9"/>
          <p:cNvSpPr/>
          <p:nvPr/>
        </p:nvSpPr>
        <p:spPr>
          <a:xfrm>
            <a:off x="5123566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3566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42449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42449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5" name="Shape 13"/>
          <p:cNvSpPr/>
          <p:nvPr/>
        </p:nvSpPr>
        <p:spPr>
          <a:xfrm>
            <a:off x="9561332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61332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6263640"/>
            <a:ext cx="1082009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"style": "callout",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"#1A1A2E",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"icon": "💡",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"text": "So What: Turkey is not just a holiday commodity — it is a high-multiplier protein driving $44B+ in annual U.S. economic output, with significant margin expansion opportunity as consumer demand shifts toward processed and value-added products."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2026-04-03T20:38:56Z</dcterms:created>
  <dcterms:modified xsi:type="dcterms:W3CDTF">2026-04-03T20:38:56Z</dcterms:modified>
</cp:coreProperties>
</file>