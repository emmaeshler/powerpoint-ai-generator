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Turkeys Generate Wealth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Unlocking Economic Value Across the Turkey Industry Value Chain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10820095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"title": "Turkeys Generate Wealth",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"subtitle": "The Multi-Billion Dollar Economic Engine of the Turkey Industry",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"backgroundColor": "#002B5C",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"titleColor": "#FFFFFF",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"subtitleColor": "#00A3E0",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"accentBarColor":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313432"/>
            <a:ext cx="249928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313432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50592"/>
            <a:ext cx="22249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genetics programs drive yield optimization and disease resistance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59404" y="2313432"/>
            <a:ext cx="249928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04" y="2313432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1" name="Text 9"/>
          <p:cNvSpPr/>
          <p:nvPr/>
        </p:nvSpPr>
        <p:spPr>
          <a:xfrm>
            <a:off x="3596564" y="2450592"/>
            <a:ext cx="22249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feed conversion ratios reduce cost-per-pound while maximizing growth rates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3008" y="2313432"/>
            <a:ext cx="249928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3008" y="2313432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4" name="Text 12"/>
          <p:cNvSpPr/>
          <p:nvPr/>
        </p:nvSpPr>
        <p:spPr>
          <a:xfrm>
            <a:off x="6370168" y="2450592"/>
            <a:ext cx="22249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Vertically integrated processing creates margin through value-added products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06611" y="2313432"/>
            <a:ext cx="249928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06611" y="2313432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3771" y="2450592"/>
            <a:ext cx="22249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demand for lean protein drives premium pricing and category expansion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288536"/>
            <a:ext cx="10820095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"layout": "three-column",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"panels": [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"title": "Direct Economic Impact",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"backgroundColor": "#FFFFFF",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"borderColor": "#00A3E0",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"titleColor": "#002B5C",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"items": [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"U.S. Market Size",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"$32.6B",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"Jobs Supported",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"440,000+",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"Annual Production",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"5.6B lbs",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"title": "Wealth Multiplier Effects",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"backgroundColor": "#FFFFFF",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"borderColor": "#00A3E0",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"titleColor": "#002B5C",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"items": [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"Rural Community ROI",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"3.2x",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"Ag Supply Chain Lift",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"$58.6B",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"Export Revenue",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"$4.1B",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"title": "Growth Drivers",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"backgroundColor": "#FFFFFF",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"borderColor": "#00A3E0",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"titleColor": "#002B5C",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"items": [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"Lean Protein Trend",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"+6.2% CAGR",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"Value-Added Products",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"+11.4% YoY",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"Global Demand Growth",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"+8.7% YoY",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7251192"/>
            <a:ext cx="10820095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"text": "The turkey industry generates $3.20 in broader economic activity for every $1.00 of direct production value — making it one of the highest-multiplier segments in U.S. agriculture.",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"backgroundColor": "#002B5C",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"textColor": "#FFFFFF",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"accentColor": "#6CBE45",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"borderLeft":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11201400"/>
            <a:ext cx="10820095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"note": "Sources: USDA ERS, National Turkey Federation, Bureau of Economic Analysis | Figures represent illustrative estimates for demonstration purposes",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"noteColor": "#999999",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"dividerColor": "#D9D9D9"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2026-04-03T20:34:09Z</dcterms:created>
  <dcterms:modified xsi:type="dcterms:W3CDTF">2026-04-03T20:34:09Z</dcterms:modified>
</cp:coreProperties>
</file>