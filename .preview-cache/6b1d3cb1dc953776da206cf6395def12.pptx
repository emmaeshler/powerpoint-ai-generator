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Soda Causes Diabetes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Link Between Sugar-Sweetened Beverages and Type 2 Diabetes Risk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188720"/>
            <a:ext cx="10820095" cy="18288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325880"/>
            <a:ext cx="10820095" cy="7315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25880"/>
            <a:ext cx="36576" cy="73152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560320"/>
            <a:ext cx="249928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560320"/>
            <a:ext cx="2499284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69748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4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🥤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22960" y="3154680"/>
            <a:ext cx="2224964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12 oz soda contains ~39g of sugar — nearly the entire daily recommended limit.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59404" y="2560320"/>
            <a:ext cx="249928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59404" y="2560320"/>
            <a:ext cx="2499284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13" name="Text 11"/>
          <p:cNvSpPr/>
          <p:nvPr/>
        </p:nvSpPr>
        <p:spPr>
          <a:xfrm>
            <a:off x="3550844" y="269748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4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596564" y="3154680"/>
            <a:ext cx="2224964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 sugar is rapidly absorbed, causing sharp glucose spikes and demanding immediate insulin response.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33008" y="2560320"/>
            <a:ext cx="249928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33008" y="2560320"/>
            <a:ext cx="2499284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17" name="Text 15"/>
          <p:cNvSpPr/>
          <p:nvPr/>
        </p:nvSpPr>
        <p:spPr>
          <a:xfrm>
            <a:off x="6324448" y="269748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4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370168" y="3154680"/>
            <a:ext cx="2224964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Chronic spikes overwhelm pancreatic beta cells, leading to reduced insulin sensitivity over time.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06611" y="2560320"/>
            <a:ext cx="2499284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06611" y="2560320"/>
            <a:ext cx="2499284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21" name="Text 19"/>
          <p:cNvSpPr/>
          <p:nvPr/>
        </p:nvSpPr>
        <p:spPr>
          <a:xfrm>
            <a:off x="9098051" y="269748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4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🩺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143771" y="3154680"/>
            <a:ext cx="2224964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insulin resistance results in chronically elevated blood glucose — the hallmark of Type 2 diabetes.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" y="8732520"/>
            <a:ext cx="10820095" cy="7315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8732520"/>
            <a:ext cx="36576" cy="73152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INSIGHT2PROFIT Presentation</dc:title>
  <dc:subject>Generated by Emma's Awesome PPT Generator</dc:subject>
  <dc:creator>Emma's Awesome PPT Generator</dc:creator>
  <cp:lastModifiedBy>Emma's Awesome PPT Generator</cp:lastModifiedBy>
  <cp:revision>1</cp:revision>
  <dcterms:created xsi:type="dcterms:W3CDTF">2026-04-03T20:44:21Z</dcterms:created>
  <dcterms:modified xsi:type="dcterms:W3CDTF">2026-04-03T20:44:21Z</dcterms:modified>
</cp:coreProperties>
</file>