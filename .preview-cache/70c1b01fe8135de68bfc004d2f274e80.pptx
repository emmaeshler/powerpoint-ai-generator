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Trees Driving EBITDA Loss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914400"/>
            <a:ext cx="10820095" cy="18288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56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INSIGHT2PROFIT</dc:creator>
  <cp:lastModifiedBy>INSIGHT2PROFIT</cp:lastModifiedBy>
  <cp:revision>1</cp:revision>
  <dcterms:created xsi:type="dcterms:W3CDTF">2026-04-03T19:09:57Z</dcterms:created>
  <dcterms:modified xsi:type="dcterms:W3CDTF">2026-04-03T19:09:57Z</dcterms:modified>
</cp:coreProperties>
</file>