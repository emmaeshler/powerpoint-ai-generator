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Year-over-Year Growth: 25%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447288" cy="6400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88920"/>
            <a:ext cx="1435242" cy="201168"/>
          </a:xfrm>
          <a:prstGeom prst="rect">
            <a:avLst>
              <a:gd name="adj" fmla="val 18182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33088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33088" y="1371600"/>
            <a:ext cx="3447288" cy="6400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61688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1688" y="2788920"/>
            <a:ext cx="956828" cy="201168"/>
          </a:xfrm>
          <a:prstGeom prst="rect">
            <a:avLst>
              <a:gd name="adj" fmla="val 18182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8976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08976" y="1371600"/>
            <a:ext cx="3447288" cy="64008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37576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037576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7576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037576" y="2788920"/>
            <a:ext cx="598018" cy="201168"/>
          </a:xfrm>
          <a:prstGeom prst="rect">
            <a:avLst>
              <a:gd name="adj" fmla="val 18182"/>
            </a:avLst>
          </a:prstGeom>
          <a:solidFill>
            <a:srgbClr val="33996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20440"/>
            <a:ext cx="11274552" cy="347472"/>
          </a:xfrm>
          <a:prstGeom prst="rect">
            <a:avLst>
              <a:gd name="adj" fmla="val 10526"/>
            </a:avLst>
          </a:prstGeom>
          <a:solidFill>
            <a:srgbClr val="00446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 — Q1 2024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1274552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80160" y="434340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475488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80160" y="516636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57784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80160" y="598932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852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22932" y="4754880"/>
            <a:ext cx="1645920" cy="1234440"/>
          </a:xfrm>
          <a:prstGeom prst="rect">
            <a:avLst>
              <a:gd name="adj" fmla="val 4444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122932" y="4407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48612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54396" y="4590288"/>
            <a:ext cx="1645920" cy="1399032"/>
          </a:xfrm>
          <a:prstGeom prst="rect">
            <a:avLst>
              <a:gd name="adj" fmla="val 392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54396" y="4242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80076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54396" y="3950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85860" y="4507992"/>
            <a:ext cx="1645920" cy="1481328"/>
          </a:xfrm>
          <a:prstGeom prst="rect">
            <a:avLst>
              <a:gd name="adj" fmla="val 3704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78586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1540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8586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+5.9%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45892" y="4754880"/>
            <a:ext cx="3331464" cy="-164592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277356" y="4590288"/>
            <a:ext cx="3331464" cy="-82296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503920" y="228600"/>
            <a:ext cx="3200400" cy="777240"/>
          </a:xfrm>
          <a:prstGeom prst="rect">
            <a:avLst>
              <a:gd name="adj" fmla="val 11765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86800" y="228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YoY Growth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457200" y="6629400"/>
            <a:ext cx="11274552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65683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Report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2026-04-06T18:53:44Z</dcterms:created>
  <dcterms:modified xsi:type="dcterms:W3CDTF">2026-04-06T18:53:44Z</dcterms:modified>
</cp:coreProperties>
</file>