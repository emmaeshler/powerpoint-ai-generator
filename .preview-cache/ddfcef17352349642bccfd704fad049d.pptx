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Soda Causes Diabetes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 Between Sugar-Sweetened Beverages and Type 2 Diabetes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12 oz soda contains ~39g of sugar — nearly the entire daily recommended limit.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9404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9404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3" name="Text 11"/>
          <p:cNvSpPr/>
          <p:nvPr/>
        </p:nvSpPr>
        <p:spPr>
          <a:xfrm>
            <a:off x="3550844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96564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sugar is rapidly absorbed, causing sharp glucose spikes and demanding immediate insulin response.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70168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spikes overwhelm pancreatic beta cells, leading to reduced insulin sensitivity over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611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611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051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3771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insulin resistance results in chronically elevated blood glucose — the hallmark of Type 2 diabetes.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873252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873252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2026-04-03T20:43:40Z</dcterms:created>
  <dcterms:modified xsi:type="dcterms:W3CDTF">2026-04-03T20:43:40Z</dcterms:modified>
</cp:coreProperties>
</file>