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02920"/>
            <a:ext cx="4114800" cy="5669280"/>
          </a:xfrm>
          <a:prstGeom prst="rect">
            <a:avLst>
              <a:gd name="adj" fmla="val 2222"/>
            </a:avLst>
          </a:prstGeom>
          <a:solidFill>
            <a:srgbClr val="002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97280" cy="54864"/>
          </a:xfrm>
          <a:prstGeom prst="rect">
            <a:avLst/>
          </a:prstGeom>
          <a:solidFill>
            <a:srgbClr val="E8A5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37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just a morning ritual — coffee drives productivity, fuels connection, and powers innovation across the globe.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8A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pPr algn="l" indent="0" marL="0">
              <a:lnSpc>
                <a:spcPct val="110000"/>
              </a:lnSpc>
              <a:buNone/>
            </a:pP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daily worldwide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92040" y="594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COFFEE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65836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28016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64008" cy="1463040"/>
          </a:xfrm>
          <a:prstGeom prst="rect">
            <a:avLst>
              <a:gd name="adj" fmla="val 42857"/>
            </a:avLst>
          </a:prstGeom>
          <a:solidFill>
            <a:srgbClr val="00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444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184708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 enhances focus, reaction time, and cognitive performance — making it the world's most popular nootropic.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97180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64008" cy="1463040"/>
          </a:xfrm>
          <a:prstGeom prst="rect">
            <a:avLst>
              <a:gd name="adj" fmla="val 42857"/>
            </a:avLst>
          </a:prstGeom>
          <a:solidFill>
            <a:srgbClr val="E8A53E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06440" y="3136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Fuels Connection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353872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breaks drive informal collaboration and relationship-building, often where the best ideas emerge.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66344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4663440"/>
            <a:ext cx="64008" cy="1463040"/>
          </a:xfrm>
          <a:prstGeom prst="rect">
            <a:avLst>
              <a:gd name="adj" fmla="val 42857"/>
            </a:avLst>
          </a:prstGeom>
          <a:solidFill>
            <a:srgbClr val="4A90A4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Economies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523036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$450B+ global industry supporting 125M+ livelihoods from farm to cup across 70+ producing countries.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•  STRATEGY  •  COFFEE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6446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International Coffee Organization,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2026-04-03T22:00:55Z</dcterms:created>
  <dcterms:modified xsi:type="dcterms:W3CDTF">2026-04-03T22:00:55Z</dcterms:modified>
</cp:coreProperties>
</file>