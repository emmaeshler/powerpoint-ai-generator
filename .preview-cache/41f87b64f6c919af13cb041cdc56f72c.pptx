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2A5C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502920"/>
            <a:ext cx="4114800" cy="5669280"/>
          </a:xfrm>
          <a:prstGeom prst="rect">
            <a:avLst>
              <a:gd name="adj" fmla="val 2222"/>
            </a:avLst>
          </a:prstGeom>
          <a:solidFill>
            <a:srgbClr val="002A5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09728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Coffee Is</a:t>
            </a:r>
            <a:endParaRPr lang="en-US" sz="36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77240" y="3017520"/>
            <a:ext cx="1097280" cy="54864"/>
          </a:xfrm>
          <a:prstGeom prst="rect">
            <a:avLst/>
          </a:prstGeom>
          <a:solidFill>
            <a:srgbClr val="E8A53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333756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than just a morning ritual — coffee drives productivity, fuels connection, and powers innovation across the globe.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49377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E8A5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2.25B</a:t>
            </a:r>
            <a:pPr algn="l" indent="0" marL="0">
              <a:lnSpc>
                <a:spcPct val="110000"/>
              </a:lnSpc>
              <a:buNone/>
            </a:pPr>
            <a:endParaRPr lang="en-US" sz="2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cups consumed daily worldwide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892040" y="59436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COFFEE MATTERS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92040" y="1005840"/>
            <a:ext cx="6583680" cy="1828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1" name="Shape 9"/>
          <p:cNvSpPr/>
          <p:nvPr/>
        </p:nvSpPr>
        <p:spPr>
          <a:xfrm>
            <a:off x="4892040" y="1280160"/>
            <a:ext cx="6583680" cy="1463040"/>
          </a:xfrm>
          <a:prstGeom prst="rect">
            <a:avLst>
              <a:gd name="adj" fmla="val 5000"/>
            </a:avLst>
          </a:prstGeom>
          <a:solidFill>
            <a:srgbClr val="F5F6FA"/>
          </a:solidFill>
          <a:ln/>
        </p:spPr>
      </p:sp>
      <p:sp>
        <p:nvSpPr>
          <p:cNvPr id="12" name="Shape 10"/>
          <p:cNvSpPr/>
          <p:nvPr/>
        </p:nvSpPr>
        <p:spPr>
          <a:xfrm>
            <a:off x="4892040" y="1280160"/>
            <a:ext cx="64008" cy="1463040"/>
          </a:xfrm>
          <a:prstGeom prst="rect">
            <a:avLst>
              <a:gd name="adj" fmla="val 42857"/>
            </a:avLst>
          </a:prstGeom>
          <a:solidFill>
            <a:srgbClr val="002A5C"/>
          </a:solidFill>
          <a:ln/>
        </p:spPr>
      </p:sp>
      <p:sp>
        <p:nvSpPr>
          <p:cNvPr id="13" name="Text 11"/>
          <p:cNvSpPr/>
          <p:nvPr/>
        </p:nvSpPr>
        <p:spPr>
          <a:xfrm>
            <a:off x="516636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806440" y="144475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Boosts Productivity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806440" y="1847088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Caffeine enhances focus, reaction time, and cognitive performance — making it the world's most popular nootropic.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892040" y="2971800"/>
            <a:ext cx="6583680" cy="1463040"/>
          </a:xfrm>
          <a:prstGeom prst="rect">
            <a:avLst>
              <a:gd name="adj" fmla="val 5000"/>
            </a:avLst>
          </a:prstGeom>
          <a:solidFill>
            <a:srgbClr val="F5F6FA"/>
          </a:solidFill>
          <a:ln/>
        </p:spPr>
      </p:sp>
      <p:sp>
        <p:nvSpPr>
          <p:cNvPr id="17" name="Shape 15"/>
          <p:cNvSpPr/>
          <p:nvPr/>
        </p:nvSpPr>
        <p:spPr>
          <a:xfrm>
            <a:off x="4892040" y="2971800"/>
            <a:ext cx="64008" cy="1463040"/>
          </a:xfrm>
          <a:prstGeom prst="rect">
            <a:avLst>
              <a:gd name="adj" fmla="val 42857"/>
            </a:avLst>
          </a:prstGeom>
          <a:solidFill>
            <a:srgbClr val="E8A53E"/>
          </a:solidFill>
          <a:ln/>
        </p:spPr>
      </p:sp>
      <p:sp>
        <p:nvSpPr>
          <p:cNvPr id="18" name="Text 16"/>
          <p:cNvSpPr/>
          <p:nvPr/>
        </p:nvSpPr>
        <p:spPr>
          <a:xfrm>
            <a:off x="5166360" y="3154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🤝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806440" y="313639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Fuels Connection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806440" y="3538728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Coffee breaks drive informal collaboration and relationship-building, often where the best ideas emerge.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892040" y="4663440"/>
            <a:ext cx="6583680" cy="1463040"/>
          </a:xfrm>
          <a:prstGeom prst="rect">
            <a:avLst>
              <a:gd name="adj" fmla="val 5000"/>
            </a:avLst>
          </a:prstGeom>
          <a:solidFill>
            <a:srgbClr val="F5F6FA"/>
          </a:solidFill>
          <a:ln/>
        </p:spPr>
      </p:sp>
      <p:sp>
        <p:nvSpPr>
          <p:cNvPr id="22" name="Shape 20"/>
          <p:cNvSpPr/>
          <p:nvPr/>
        </p:nvSpPr>
        <p:spPr>
          <a:xfrm>
            <a:off x="4892040" y="4663440"/>
            <a:ext cx="64008" cy="1463040"/>
          </a:xfrm>
          <a:prstGeom prst="rect">
            <a:avLst>
              <a:gd name="adj" fmla="val 42857"/>
            </a:avLst>
          </a:prstGeom>
          <a:solidFill>
            <a:srgbClr val="4A90A4"/>
          </a:solidFill>
          <a:ln/>
        </p:spPr>
      </p:sp>
      <p:sp>
        <p:nvSpPr>
          <p:cNvPr id="23" name="Text 21"/>
          <p:cNvSpPr/>
          <p:nvPr/>
        </p:nvSpPr>
        <p:spPr>
          <a:xfrm>
            <a:off x="5166360" y="4846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🌍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5806440" y="482803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2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Powers Economies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806440" y="5230368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$450B+ global industry supporting 125M+ livelihoods from farm to cup across 70+ producing countries.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2A5C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64465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 •  STRATEGY  •  COFFEE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858000" y="64465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International Coffee Organization, 2024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Generated Presentation</dc:title>
  <dc:subject>PptxGenJS Presentation</dc:subject>
  <dc:creator>INSIGHT2PROFIT</dc:creator>
  <cp:lastModifiedBy>INSIGHT2PROFIT</cp:lastModifiedBy>
  <cp:revision>1</cp:revision>
  <dcterms:created xsi:type="dcterms:W3CDTF">2026-04-03T22:00:30Z</dcterms:created>
  <dcterms:modified xsi:type="dcterms:W3CDTF">2026-04-03T22:00:30Z</dcterms:modified>
</cp:coreProperties>
</file>