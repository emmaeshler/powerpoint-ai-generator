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Trees Are Driving EBITDA Loss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85800" y="914400"/>
            <a:ext cx="10820095" cy="18288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6263640"/>
            <a:ext cx="10820095" cy="13716"/>
          </a:xfrm>
          <a:prstGeom prst="rect">
            <a:avLst/>
          </a:prstGeom>
          <a:solidFill>
            <a:srgbClr val="E56910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6355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4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INSIGHT2PROFIT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058400" y="6355080"/>
            <a:ext cx="14474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569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Generated Presentation</dc:title>
  <dc:subject>PptxGenJS Presentation</dc:subject>
  <dc:creator>INSIGHT2PROFIT</dc:creator>
  <cp:lastModifiedBy>INSIGHT2PROFIT</cp:lastModifiedBy>
  <cp:revision>1</cp:revision>
  <dcterms:created xsi:type="dcterms:W3CDTF">2026-04-03T19:20:31Z</dcterms:created>
  <dcterms:modified xsi:type="dcterms:W3CDTF">2026-04-03T19:20:31Z</dcterms:modified>
</cp:coreProperties>
</file>