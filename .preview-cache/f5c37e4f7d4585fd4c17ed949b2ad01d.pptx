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8288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Revenue: $2.5M  |  Year-over-Year Growth: 25%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447288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447288" cy="6400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 of total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2990088" cy="201168"/>
          </a:xfrm>
          <a:prstGeom prst="rect">
            <a:avLst>
              <a:gd name="adj" fmla="val 18182"/>
            </a:avLst>
          </a:prstGeom>
          <a:solidFill>
            <a:srgbClr val="F3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788920"/>
            <a:ext cx="1435242" cy="201168"/>
          </a:xfrm>
          <a:prstGeom prst="rect">
            <a:avLst>
              <a:gd name="adj" fmla="val 18182"/>
            </a:avLst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4133088" y="1371600"/>
            <a:ext cx="3447288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33088" y="1371600"/>
            <a:ext cx="3447288" cy="64008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5" name="Text 13"/>
          <p:cNvSpPr/>
          <p:nvPr/>
        </p:nvSpPr>
        <p:spPr>
          <a:xfrm>
            <a:off x="4361688" y="155448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61688" y="18745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361688" y="24231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 of total revenue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61688" y="2788920"/>
            <a:ext cx="2990088" cy="201168"/>
          </a:xfrm>
          <a:prstGeom prst="rect">
            <a:avLst>
              <a:gd name="adj" fmla="val 18182"/>
            </a:avLst>
          </a:prstGeom>
          <a:solidFill>
            <a:srgbClr val="F3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1688" y="2788920"/>
            <a:ext cx="956828" cy="201168"/>
          </a:xfrm>
          <a:prstGeom prst="rect">
            <a:avLst>
              <a:gd name="adj" fmla="val 18182"/>
            </a:avLst>
          </a:prstGeom>
          <a:solidFill>
            <a:srgbClr val="E56910"/>
          </a:solidFill>
          <a:ln/>
        </p:spPr>
      </p:sp>
      <p:sp>
        <p:nvSpPr>
          <p:cNvPr id="20" name="Shape 18"/>
          <p:cNvSpPr/>
          <p:nvPr/>
        </p:nvSpPr>
        <p:spPr>
          <a:xfrm>
            <a:off x="7808976" y="1371600"/>
            <a:ext cx="3447288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08976" y="1371600"/>
            <a:ext cx="3447288" cy="64008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2" name="Text 20"/>
          <p:cNvSpPr/>
          <p:nvPr/>
        </p:nvSpPr>
        <p:spPr>
          <a:xfrm>
            <a:off x="8037576" y="155448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37576" y="18745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037576" y="24231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 of total revenue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37576" y="2788920"/>
            <a:ext cx="2990088" cy="201168"/>
          </a:xfrm>
          <a:prstGeom prst="rect">
            <a:avLst>
              <a:gd name="adj" fmla="val 18182"/>
            </a:avLst>
          </a:prstGeom>
          <a:solidFill>
            <a:srgbClr val="F3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8037576" y="2788920"/>
            <a:ext cx="598018" cy="201168"/>
          </a:xfrm>
          <a:prstGeom prst="rect">
            <a:avLst>
              <a:gd name="adj" fmla="val 18182"/>
            </a:avLst>
          </a:prstGeom>
          <a:solidFill>
            <a:srgbClr val="339966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520440"/>
            <a:ext cx="11274552" cy="347472"/>
          </a:xfrm>
          <a:prstGeom prst="rect">
            <a:avLst>
              <a:gd name="adj" fmla="val 10526"/>
            </a:avLst>
          </a:prstGeom>
          <a:solidFill>
            <a:srgbClr val="00446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204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 — Q1 2024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11274552" cy="2423160"/>
          </a:xfrm>
          <a:prstGeom prst="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280160" y="434340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206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$1.0M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280160" y="475488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617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280160" y="516636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5029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280160" y="557784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5440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280160" y="598932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5852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22932" y="4754880"/>
            <a:ext cx="1645920" cy="1234440"/>
          </a:xfrm>
          <a:prstGeom prst="rect">
            <a:avLst>
              <a:gd name="adj" fmla="val 4444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122932" y="4407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848612" y="6062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454396" y="4590288"/>
            <a:ext cx="1645920" cy="1399032"/>
          </a:xfrm>
          <a:prstGeom prst="rect">
            <a:avLst>
              <a:gd name="adj" fmla="val 3922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54396" y="42428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80076" y="6062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54396" y="39502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+13.3%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785860" y="4507992"/>
            <a:ext cx="1645920" cy="1481328"/>
          </a:xfrm>
          <a:prstGeom prst="rect">
            <a:avLst>
              <a:gd name="adj" fmla="val 3704"/>
            </a:avLst>
          </a:prstGeom>
          <a:solidFill>
            <a:srgbClr val="339966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78586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11540" y="6062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785860" y="38679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+5.9%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945892" y="4754880"/>
            <a:ext cx="3331464" cy="-164592"/>
          </a:xfrm>
          <a:prstGeom prst="line">
            <a:avLst/>
          </a:prstGeom>
          <a:noFill/>
          <a:ln w="25400">
            <a:solidFill>
              <a:srgbClr val="25282A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6277356" y="4590288"/>
            <a:ext cx="3331464" cy="-82296"/>
          </a:xfrm>
          <a:prstGeom prst="line">
            <a:avLst/>
          </a:prstGeom>
          <a:noFill/>
          <a:ln w="25400">
            <a:solidFill>
              <a:srgbClr val="25282A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8503920" y="228600"/>
            <a:ext cx="3200400" cy="777240"/>
          </a:xfrm>
          <a:prstGeom prst="rect">
            <a:avLst>
              <a:gd name="adj" fmla="val 11765"/>
            </a:avLst>
          </a:prstGeom>
          <a:solidFill>
            <a:srgbClr val="339966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686800" y="2286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25%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YoY Growth</a:t>
            </a:r>
            <a:endParaRPr lang="en-US" sz="2200" dirty="0"/>
          </a:p>
        </p:txBody>
      </p:sp>
      <p:sp>
        <p:nvSpPr>
          <p:cNvPr id="55" name="Shape 53"/>
          <p:cNvSpPr/>
          <p:nvPr/>
        </p:nvSpPr>
        <p:spPr>
          <a:xfrm>
            <a:off x="457200" y="6629400"/>
            <a:ext cx="11274552" cy="9144"/>
          </a:xfrm>
          <a:prstGeom prst="rect">
            <a:avLst/>
          </a:prstGeom>
          <a:solidFill>
            <a:srgbClr val="D0D5D9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665683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Report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2026-04-06T18:51:56Z</dcterms:created>
  <dcterms:modified xsi:type="dcterms:W3CDTF">2026-04-06T18:51:56Z</dcterms:modified>
</cp:coreProperties>
</file>