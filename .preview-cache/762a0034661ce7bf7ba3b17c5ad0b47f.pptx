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1247120" cy="27432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Year-over-year growth of 25% driven by Enterprise and SMB expansion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108960" cy="2194560"/>
          </a:xfrm>
          <a:prstGeom prst="rect">
            <a:avLst>
              <a:gd name="adj" fmla="val 3333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B4C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$2.5M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33996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97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25% YoY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A2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January – March 2024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94760" y="1316736"/>
            <a:ext cx="7909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BY PRODUCT 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94760" y="1645920"/>
            <a:ext cx="2484120" cy="1874520"/>
          </a:xfrm>
          <a:prstGeom prst="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6D7D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94760" y="1645920"/>
            <a:ext cx="2484120" cy="54864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4" name="Text 12"/>
          <p:cNvSpPr/>
          <p:nvPr/>
        </p:nvSpPr>
        <p:spPr>
          <a:xfrm>
            <a:off x="3977640" y="1828800"/>
            <a:ext cx="2118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77640" y="2148840"/>
            <a:ext cx="2118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977640" y="2651760"/>
            <a:ext cx="2118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 of total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77640" y="3017520"/>
            <a:ext cx="2118360" cy="164592"/>
          </a:xfrm>
          <a:prstGeom prst="rect">
            <a:avLst>
              <a:gd name="adj" fmla="val 22222"/>
            </a:avLst>
          </a:prstGeom>
          <a:solidFill>
            <a:srgbClr val="D9E3E9"/>
          </a:solidFill>
          <a:ln/>
        </p:spPr>
      </p:sp>
      <p:sp>
        <p:nvSpPr>
          <p:cNvPr id="18" name="Shape 16"/>
          <p:cNvSpPr/>
          <p:nvPr/>
        </p:nvSpPr>
        <p:spPr>
          <a:xfrm>
            <a:off x="3977640" y="3017520"/>
            <a:ext cx="2033626" cy="164592"/>
          </a:xfrm>
          <a:prstGeom prst="rect">
            <a:avLst>
              <a:gd name="adj" fmla="val 22222"/>
            </a:avLst>
          </a:prstGeom>
          <a:solidFill>
            <a:srgbClr val="00446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07480" y="1645920"/>
            <a:ext cx="2484120" cy="1874520"/>
          </a:xfrm>
          <a:prstGeom prst="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6D7D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07480" y="1645920"/>
            <a:ext cx="2484120" cy="54864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21" name="Text 19"/>
          <p:cNvSpPr/>
          <p:nvPr/>
        </p:nvSpPr>
        <p:spPr>
          <a:xfrm>
            <a:off x="6690360" y="1828800"/>
            <a:ext cx="2118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90360" y="2148840"/>
            <a:ext cx="2118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$800K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690360" y="2651760"/>
            <a:ext cx="2118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 of total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90360" y="3017520"/>
            <a:ext cx="2118360" cy="164592"/>
          </a:xfrm>
          <a:prstGeom prst="rect">
            <a:avLst>
              <a:gd name="adj" fmla="val 22222"/>
            </a:avLst>
          </a:prstGeom>
          <a:solidFill>
            <a:srgbClr val="FBE9DB"/>
          </a:solidFill>
          <a:ln/>
        </p:spPr>
      </p:sp>
      <p:sp>
        <p:nvSpPr>
          <p:cNvPr id="25" name="Shape 23"/>
          <p:cNvSpPr/>
          <p:nvPr/>
        </p:nvSpPr>
        <p:spPr>
          <a:xfrm>
            <a:off x="6690360" y="3017520"/>
            <a:ext cx="1355750" cy="164592"/>
          </a:xfrm>
          <a:prstGeom prst="rect">
            <a:avLst>
              <a:gd name="adj" fmla="val 22222"/>
            </a:avLst>
          </a:prstGeom>
          <a:solidFill>
            <a:srgbClr val="E56910"/>
          </a:solidFill>
          <a:ln/>
        </p:spPr>
      </p:sp>
      <p:sp>
        <p:nvSpPr>
          <p:cNvPr id="26" name="Shape 24"/>
          <p:cNvSpPr/>
          <p:nvPr/>
        </p:nvSpPr>
        <p:spPr>
          <a:xfrm>
            <a:off x="9220200" y="1645920"/>
            <a:ext cx="2484120" cy="1874520"/>
          </a:xfrm>
          <a:prstGeom prst="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6D7D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20200" y="1645920"/>
            <a:ext cx="2484120" cy="54864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28" name="Text 26"/>
          <p:cNvSpPr/>
          <p:nvPr/>
        </p:nvSpPr>
        <p:spPr>
          <a:xfrm>
            <a:off x="9403080" y="1828800"/>
            <a:ext cx="2118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Consumer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403080" y="2148840"/>
            <a:ext cx="2118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403080" y="2651760"/>
            <a:ext cx="2118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 of total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403080" y="3017520"/>
            <a:ext cx="2118360" cy="164592"/>
          </a:xfrm>
          <a:prstGeom prst="rect">
            <a:avLst>
              <a:gd name="adj" fmla="val 22222"/>
            </a:avLst>
          </a:prstGeom>
          <a:solidFill>
            <a:srgbClr val="E0F0E8"/>
          </a:solidFill>
          <a:ln/>
        </p:spPr>
      </p:sp>
      <p:sp>
        <p:nvSpPr>
          <p:cNvPr id="32" name="Shape 30"/>
          <p:cNvSpPr/>
          <p:nvPr/>
        </p:nvSpPr>
        <p:spPr>
          <a:xfrm>
            <a:off x="9403080" y="3017520"/>
            <a:ext cx="847344" cy="164592"/>
          </a:xfrm>
          <a:prstGeom prst="rect">
            <a:avLst>
              <a:gd name="adj" fmla="val 22222"/>
            </a:avLst>
          </a:prstGeom>
          <a:solidFill>
            <a:srgbClr val="33996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794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MONTHLY REVENUE TREND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114800"/>
            <a:ext cx="11247120" cy="2423160"/>
          </a:xfrm>
          <a:prstGeom prst="rect">
            <a:avLst>
              <a:gd name="adj" fmla="val 2264"/>
            </a:avLst>
          </a:prstGeom>
          <a:solidFill>
            <a:srgbClr val="F2F6F8"/>
          </a:solidFill>
          <a:ln/>
        </p:spPr>
      </p:sp>
      <p:sp>
        <p:nvSpPr>
          <p:cNvPr id="35" name="Shape 33"/>
          <p:cNvSpPr/>
          <p:nvPr/>
        </p:nvSpPr>
        <p:spPr>
          <a:xfrm>
            <a:off x="1188720" y="6217920"/>
            <a:ext cx="9784080" cy="4572"/>
          </a:xfrm>
          <a:prstGeom prst="rect">
            <a:avLst/>
          </a:prstGeom>
          <a:solidFill>
            <a:srgbClr val="D6D7D7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0807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88720" y="5715000"/>
            <a:ext cx="9784080" cy="4572"/>
          </a:xfrm>
          <a:prstGeom prst="rect">
            <a:avLst/>
          </a:prstGeom>
          <a:solidFill>
            <a:srgbClr val="D6D7D7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55778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$250K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188720" y="5212080"/>
            <a:ext cx="9784080" cy="4572"/>
          </a:xfrm>
          <a:prstGeom prst="rect">
            <a:avLst/>
          </a:prstGeom>
          <a:solidFill>
            <a:srgbClr val="D6D7D7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50749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88720" y="4709160"/>
            <a:ext cx="9784080" cy="4572"/>
          </a:xfrm>
          <a:prstGeom prst="rect">
            <a:avLst/>
          </a:prstGeom>
          <a:solidFill>
            <a:srgbClr val="D6D7D7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5720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188720" y="4206240"/>
            <a:ext cx="9784080" cy="4572"/>
          </a:xfrm>
          <a:prstGeom prst="rect">
            <a:avLst/>
          </a:prstGeom>
          <a:solidFill>
            <a:srgbClr val="D6D7D7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0690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$1000K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13560" y="4709160"/>
            <a:ext cx="2011680" cy="1508760"/>
          </a:xfrm>
          <a:prstGeom prst="rect">
            <a:avLst>
              <a:gd name="adj" fmla="val 3030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813560" y="4389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813560" y="6263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January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074920" y="4507992"/>
            <a:ext cx="2011680" cy="1709928"/>
          </a:xfrm>
          <a:prstGeom prst="rect">
            <a:avLst>
              <a:gd name="adj" fmla="val 2674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074920" y="41879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$850K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074920" y="6263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February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336280" y="4407408"/>
            <a:ext cx="2011680" cy="1810512"/>
          </a:xfrm>
          <a:prstGeom prst="rect">
            <a:avLst>
              <a:gd name="adj" fmla="val 2525"/>
            </a:avLst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336280" y="4087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$900K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336280" y="6263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March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962400" y="4206240"/>
            <a:ext cx="4236720" cy="-274320"/>
          </a:xfrm>
          <a:prstGeom prst="line">
            <a:avLst/>
          </a:prstGeom>
          <a:noFill/>
          <a:ln w="19050">
            <a:solidFill>
              <a:srgbClr val="339966"/>
            </a:solidFill>
            <a:prstDash val="dash"/>
            <a:headEnd type="arrow"/>
          </a:ln>
        </p:spPr>
      </p:sp>
      <p:sp>
        <p:nvSpPr>
          <p:cNvPr id="55" name="Text 53"/>
          <p:cNvSpPr/>
          <p:nvPr/>
        </p:nvSpPr>
        <p:spPr>
          <a:xfrm>
            <a:off x="423672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+20% growth Jan→Mar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" y="6537960"/>
            <a:ext cx="11247120" cy="13716"/>
          </a:xfrm>
          <a:prstGeom prst="rect">
            <a:avLst/>
          </a:prstGeom>
          <a:solidFill>
            <a:srgbClr val="C8C9CA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INSIGHT2PROFIT  |  Q1 2024 Revenue Report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2026-04-06T20:39:35Z</dcterms:created>
  <dcterms:modified xsi:type="dcterms:W3CDTF">2026-04-06T20:39:35Z</dcterms:modified>
</cp:coreProperties>
</file>