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749808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6446520"/>
            <a:ext cx="11521440" cy="9144"/>
          </a:xfrm>
          <a:prstGeom prst="rect">
            <a:avLst/>
          </a:prstGeom>
          <a:solidFill>
            <a:srgbClr val="D0D5D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Coffee Is Great 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global passion — from bean to cup, coffee fuels creativity, connection, and culture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700272" cy="196596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3425952" cy="457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3700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334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2.25B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334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Cups consumed daily worldwide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30624" y="1234440"/>
            <a:ext cx="3700272" cy="196596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7784" y="1234440"/>
            <a:ext cx="3425952" cy="4572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4" name="Text 12"/>
          <p:cNvSpPr/>
          <p:nvPr/>
        </p:nvSpPr>
        <p:spPr>
          <a:xfrm>
            <a:off x="4230624" y="1417320"/>
            <a:ext cx="3700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🌱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13504" y="1828800"/>
            <a:ext cx="3334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413504" y="2514600"/>
            <a:ext cx="3334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Countries growing coffee beans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41208" y="1234440"/>
            <a:ext cx="3700272" cy="196596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8368" y="1234440"/>
            <a:ext cx="3425952" cy="4572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9" name="Text 17"/>
          <p:cNvSpPr/>
          <p:nvPr/>
        </p:nvSpPr>
        <p:spPr>
          <a:xfrm>
            <a:off x="8141208" y="1417320"/>
            <a:ext cx="3700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24088" y="1828800"/>
            <a:ext cx="3334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#1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24088" y="2514600"/>
            <a:ext cx="3334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Most traded tropical commodity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410712"/>
            <a:ext cx="11521440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1071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COFFEE IS EXTRAORDINARY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941064"/>
            <a:ext cx="3700272" cy="2276856"/>
          </a:xfrm>
          <a:prstGeom prst="rect">
            <a:avLst>
              <a:gd name="adj" fmla="val 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41064"/>
            <a:ext cx="3700272" cy="438912"/>
          </a:xfrm>
          <a:prstGeom prst="rect">
            <a:avLst>
              <a:gd name="adj" fmla="val 10417"/>
            </a:avLst>
          </a:prstGeom>
          <a:solidFill>
            <a:srgbClr val="00446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288536"/>
            <a:ext cx="3700272" cy="914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41064"/>
            <a:ext cx="3334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🧠  Fuels Focus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636008"/>
            <a:ext cx="109728" cy="109728"/>
          </a:xfrm>
          <a:prstGeom prst="ellipse">
            <a:avLst/>
          </a:prstGeom>
          <a:solidFill>
            <a:srgbClr val="00446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562856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Enhances cognitive performance and alertness within 20 minutes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126736"/>
            <a:ext cx="109728" cy="109728"/>
          </a:xfrm>
          <a:prstGeom prst="ellipse">
            <a:avLst/>
          </a:prstGeom>
          <a:solidFill>
            <a:srgbClr val="00446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053584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Boosts memory consolidation and creative problem-solving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617464"/>
            <a:ext cx="109728" cy="109728"/>
          </a:xfrm>
          <a:prstGeom prst="ellipse">
            <a:avLst/>
          </a:prstGeom>
          <a:solidFill>
            <a:srgbClr val="00446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544312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Rich in antioxidants that support long-term brain health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30624" y="3941064"/>
            <a:ext cx="3700272" cy="2276856"/>
          </a:xfrm>
          <a:prstGeom prst="rect">
            <a:avLst>
              <a:gd name="adj" fmla="val 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30624" y="3941064"/>
            <a:ext cx="3700272" cy="438912"/>
          </a:xfrm>
          <a:prstGeom prst="rect">
            <a:avLst>
              <a:gd name="adj" fmla="val 10417"/>
            </a:avLst>
          </a:prstGeom>
          <a:solidFill>
            <a:srgbClr val="E56910"/>
          </a:solidFill>
          <a:ln/>
        </p:spPr>
      </p:sp>
      <p:sp>
        <p:nvSpPr>
          <p:cNvPr id="36" name="Shape 34"/>
          <p:cNvSpPr/>
          <p:nvPr/>
        </p:nvSpPr>
        <p:spPr>
          <a:xfrm>
            <a:off x="4230624" y="4288536"/>
            <a:ext cx="3700272" cy="9144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7" name="Text 35"/>
          <p:cNvSpPr/>
          <p:nvPr/>
        </p:nvSpPr>
        <p:spPr>
          <a:xfrm>
            <a:off x="4413504" y="3941064"/>
            <a:ext cx="3334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🤝  Builds Connection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459224" y="4636008"/>
            <a:ext cx="109728" cy="109728"/>
          </a:xfrm>
          <a:prstGeom prst="ellipse">
            <a:avLst/>
          </a:prstGeom>
          <a:solidFill>
            <a:srgbClr val="E56910"/>
          </a:solidFill>
          <a:ln/>
        </p:spPr>
      </p:sp>
      <p:sp>
        <p:nvSpPr>
          <p:cNvPr id="39" name="Text 37"/>
          <p:cNvSpPr/>
          <p:nvPr/>
        </p:nvSpPr>
        <p:spPr>
          <a:xfrm>
            <a:off x="4687824" y="4562856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Coffee shops are the world's most popular "third place" for social gathering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59224" y="5126736"/>
            <a:ext cx="109728" cy="109728"/>
          </a:xfrm>
          <a:prstGeom prst="ellipse">
            <a:avLst/>
          </a:prstGeom>
          <a:solidFill>
            <a:srgbClr val="E56910"/>
          </a:solidFill>
          <a:ln/>
        </p:spPr>
      </p:sp>
      <p:sp>
        <p:nvSpPr>
          <p:cNvPr id="41" name="Text 39"/>
          <p:cNvSpPr/>
          <p:nvPr/>
        </p:nvSpPr>
        <p:spPr>
          <a:xfrm>
            <a:off x="4687824" y="5053584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Coffee rituals span every culture — from Ethiopian ceremony to Italian espresso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59224" y="5617464"/>
            <a:ext cx="109728" cy="109728"/>
          </a:xfrm>
          <a:prstGeom prst="ellipse">
            <a:avLst/>
          </a:prstGeom>
          <a:solidFill>
            <a:srgbClr val="E56910"/>
          </a:solidFill>
          <a:ln/>
        </p:spPr>
      </p:sp>
      <p:sp>
        <p:nvSpPr>
          <p:cNvPr id="43" name="Text 41"/>
          <p:cNvSpPr/>
          <p:nvPr/>
        </p:nvSpPr>
        <p:spPr>
          <a:xfrm>
            <a:off x="4687824" y="5544312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Shared coffee breaks strengthen workplace collaboration and morale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41208" y="3941064"/>
            <a:ext cx="3700272" cy="2276856"/>
          </a:xfrm>
          <a:prstGeom prst="rect">
            <a:avLst>
              <a:gd name="adj" fmla="val 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41208" y="3941064"/>
            <a:ext cx="3700272" cy="438912"/>
          </a:xfrm>
          <a:prstGeom prst="rect">
            <a:avLst>
              <a:gd name="adj" fmla="val 10417"/>
            </a:avLst>
          </a:prstGeom>
          <a:solidFill>
            <a:srgbClr val="339966"/>
          </a:solidFill>
          <a:ln/>
        </p:spPr>
      </p:sp>
      <p:sp>
        <p:nvSpPr>
          <p:cNvPr id="46" name="Shape 44"/>
          <p:cNvSpPr/>
          <p:nvPr/>
        </p:nvSpPr>
        <p:spPr>
          <a:xfrm>
            <a:off x="8141208" y="4288536"/>
            <a:ext cx="3700272" cy="9144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47" name="Text 45"/>
          <p:cNvSpPr/>
          <p:nvPr/>
        </p:nvSpPr>
        <p:spPr>
          <a:xfrm>
            <a:off x="8324088" y="3941064"/>
            <a:ext cx="3334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💚  Supports Wellness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369808" y="4636008"/>
            <a:ext cx="109728" cy="109728"/>
          </a:xfrm>
          <a:prstGeom prst="ellipse">
            <a:avLst/>
          </a:prstGeom>
          <a:solidFill>
            <a:srgbClr val="339966"/>
          </a:solidFill>
          <a:ln/>
        </p:spPr>
      </p:sp>
      <p:sp>
        <p:nvSpPr>
          <p:cNvPr id="49" name="Text 47"/>
          <p:cNvSpPr/>
          <p:nvPr/>
        </p:nvSpPr>
        <p:spPr>
          <a:xfrm>
            <a:off x="8598408" y="4562856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Linked to reduced risk of type 2 diabetes and liver disease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69808" y="5126736"/>
            <a:ext cx="109728" cy="109728"/>
          </a:xfrm>
          <a:prstGeom prst="ellipse">
            <a:avLst/>
          </a:prstGeom>
          <a:solidFill>
            <a:srgbClr val="339966"/>
          </a:solidFill>
          <a:ln/>
        </p:spPr>
      </p:sp>
      <p:sp>
        <p:nvSpPr>
          <p:cNvPr id="51" name="Text 49"/>
          <p:cNvSpPr/>
          <p:nvPr/>
        </p:nvSpPr>
        <p:spPr>
          <a:xfrm>
            <a:off x="8598408" y="5053584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Contains essential nutrients: B vitamins, potassium, and manganese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69808" y="5617464"/>
            <a:ext cx="109728" cy="109728"/>
          </a:xfrm>
          <a:prstGeom prst="ellipse">
            <a:avLst/>
          </a:prstGeom>
          <a:solidFill>
            <a:srgbClr val="339966"/>
          </a:solidFill>
          <a:ln/>
        </p:spPr>
      </p:sp>
      <p:sp>
        <p:nvSpPr>
          <p:cNvPr id="53" name="Text 51"/>
          <p:cNvSpPr/>
          <p:nvPr/>
        </p:nvSpPr>
        <p:spPr>
          <a:xfrm>
            <a:off x="8598408" y="5544312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Moderate intake associated with increased longevity in multiple studies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200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International Coffee Organization (ICO),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2026-04-03T22:03:23Z</dcterms:created>
  <dcterms:modified xsi:type="dcterms:W3CDTF">2026-04-03T22:03:23Z</dcterms:modified>
</cp:coreProperties>
</file>