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108200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Soda causes diabetes</a:t>
            </a:r>
            <a:pPr algn="l" indent="0" marL="0">
              <a:buNone/>
            </a:pPr>
            <a:r>
              <a:rPr lang="en-US" sz="2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pPr algn="l" indent="0" marL="0">
              <a:buNone/>
            </a:pPr>
            <a:r>
              <a:rPr lang="en-US" sz="2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Approach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1005840"/>
            <a:ext cx="10820095" cy="18288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463040"/>
            <a:ext cx="10454335" cy="16230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1800"/>
              </a:lnSpc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clear objectives and success criteria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cross-functional stakeholders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governance framework</a:t>
            </a:r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KPIs and adjust course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6263640"/>
            <a:ext cx="10820095" cy="13716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INSIGHT2PROFIT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0" y="6355080"/>
            <a:ext cx="14474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INSIGHT2PROFIT Presentation</dc:title>
  <dc:subject>Generated by Emma's Awesome PPT Generator</dc:subject>
  <dc:creator>Emma's Awesome PPT Generator</dc:creator>
  <cp:lastModifiedBy>Emma's Awesome PPT Generator</cp:lastModifiedBy>
  <cp:revision>1</cp:revision>
  <dcterms:created xsi:type="dcterms:W3CDTF">2026-04-03T20:49:06Z</dcterms:created>
  <dcterms:modified xsi:type="dcterms:W3CDTF">2026-04-03T20:49:06Z</dcterms:modified>
</cp:coreProperties>
</file>