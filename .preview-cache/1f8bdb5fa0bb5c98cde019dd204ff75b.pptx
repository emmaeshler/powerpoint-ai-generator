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A5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02920"/>
            <a:ext cx="4114800" cy="5669280"/>
          </a:xfrm>
          <a:prstGeom prst="rect">
            <a:avLst>
              <a:gd name="adj" fmla="val 2222"/>
            </a:avLst>
          </a:prstGeom>
          <a:solidFill>
            <a:srgbClr val="002A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Is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1097280" cy="54864"/>
          </a:xfrm>
          <a:prstGeom prst="rect">
            <a:avLst/>
          </a:prstGeom>
          <a:solidFill>
            <a:srgbClr val="E8A53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375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just a morning ritual — coffee drives productivity, fuels connection, and powers innovation across the globe.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4937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8A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2.25B</a:t>
            </a:r>
            <a:pPr algn="l" indent="0" marL="0">
              <a:lnSpc>
                <a:spcPct val="110000"/>
              </a:lnSpc>
              <a:buNone/>
            </a:pP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cups consumed daily worldwide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92040" y="5943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COFFEE MATTERS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005840"/>
            <a:ext cx="658368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4892040" y="1280160"/>
            <a:ext cx="6583680" cy="1463040"/>
          </a:xfrm>
          <a:prstGeom prst="rect">
            <a:avLst>
              <a:gd name="adj" fmla="val 5000"/>
            </a:avLst>
          </a:prstGeom>
          <a:solidFill>
            <a:srgbClr val="F5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280160"/>
            <a:ext cx="64008" cy="1463040"/>
          </a:xfrm>
          <a:prstGeom prst="rect">
            <a:avLst>
              <a:gd name="adj" fmla="val 42857"/>
            </a:avLst>
          </a:prstGeom>
          <a:solidFill>
            <a:srgbClr val="002A5C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06440" y="14447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Boosts Productivity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06440" y="1847088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Caffeine enhances focus, reaction time, and cognitive performance — making it the world's most popular nootropic.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2971800"/>
            <a:ext cx="6583680" cy="1463040"/>
          </a:xfrm>
          <a:prstGeom prst="rect">
            <a:avLst>
              <a:gd name="adj" fmla="val 5000"/>
            </a:avLst>
          </a:prstGeom>
          <a:solidFill>
            <a:srgbClr val="F5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2971800"/>
            <a:ext cx="64008" cy="1463040"/>
          </a:xfrm>
          <a:prstGeom prst="rect">
            <a:avLst>
              <a:gd name="adj" fmla="val 42857"/>
            </a:avLst>
          </a:prstGeom>
          <a:solidFill>
            <a:srgbClr val="E8A53E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806440" y="31363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Fuels Connection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06440" y="3538728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breaks drive informal collaboration and relationship-building, often where the best ideas emerge.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4663440"/>
            <a:ext cx="6583680" cy="1463040"/>
          </a:xfrm>
          <a:prstGeom prst="rect">
            <a:avLst>
              <a:gd name="adj" fmla="val 5000"/>
            </a:avLst>
          </a:prstGeom>
          <a:solidFill>
            <a:srgbClr val="F5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4663440"/>
            <a:ext cx="64008" cy="1463040"/>
          </a:xfrm>
          <a:prstGeom prst="rect">
            <a:avLst>
              <a:gd name="adj" fmla="val 42857"/>
            </a:avLst>
          </a:prstGeom>
          <a:solidFill>
            <a:srgbClr val="4A90A4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806440" y="48280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Economies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06440" y="5230368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$450B+ global industry supporting 125M+ livelihoods from farm to cup across 70+ producing countries.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2A5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446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•  STRATEGY  •  COFFEE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6446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International Coffee Organization, 2024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2026-04-03T21:57:49Z</dcterms:created>
  <dcterms:modified xsi:type="dcterms:W3CDTF">2026-04-03T21:57:49Z</dcterms:modified>
</cp:coreProperties>
</file>