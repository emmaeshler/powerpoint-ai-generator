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Trees Are Driving EBITDA Loss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14400"/>
            <a:ext cx="10820095" cy="18288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4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6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2026-04-03T19:18:33Z</dcterms:created>
  <dcterms:modified xsi:type="dcterms:W3CDTF">2026-04-03T19:18:33Z</dcterms:modified>
</cp:coreProperties>
</file>