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Year-over-Year Growth: 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447288" cy="6400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1435242" cy="201168"/>
          </a:xfrm>
          <a:prstGeom prst="rect">
            <a:avLst>
              <a:gd name="adj" fmla="val 18182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088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1371600"/>
            <a:ext cx="3447288" cy="6400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61688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2788920"/>
            <a:ext cx="956828" cy="201168"/>
          </a:xfrm>
          <a:prstGeom prst="rect">
            <a:avLst>
              <a:gd name="adj" fmla="val 18182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1371600"/>
            <a:ext cx="3447288" cy="64008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37576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37576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7576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7576" y="2788920"/>
            <a:ext cx="598018" cy="201168"/>
          </a:xfrm>
          <a:prstGeom prst="rect">
            <a:avLst>
              <a:gd name="adj" fmla="val 18182"/>
            </a:avLst>
          </a:prstGeom>
          <a:solidFill>
            <a:srgbClr val="3399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11274552" cy="347472"/>
          </a:xfrm>
          <a:prstGeom prst="rect">
            <a:avLst>
              <a:gd name="adj" fmla="val 10526"/>
            </a:avLst>
          </a:prstGeom>
          <a:solidFill>
            <a:srgbClr val="004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 — Q1 2024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1274552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80160" y="434340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75488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516636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598932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2932" y="4754880"/>
            <a:ext cx="1645920" cy="1234440"/>
          </a:xfrm>
          <a:prstGeom prst="rect">
            <a:avLst>
              <a:gd name="adj" fmla="val 444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22932" y="4407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48612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54396" y="4590288"/>
            <a:ext cx="1645920" cy="1399032"/>
          </a:xfrm>
          <a:prstGeom prst="rect">
            <a:avLst>
              <a:gd name="adj" fmla="val 392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54396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0076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4396" y="3950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85860" y="4507992"/>
            <a:ext cx="1645920" cy="1481328"/>
          </a:xfrm>
          <a:prstGeom prst="rect">
            <a:avLst>
              <a:gd name="adj" fmla="val 3704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7858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1540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858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+5.9%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45892" y="4754880"/>
            <a:ext cx="3331464" cy="-164592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277356" y="4590288"/>
            <a:ext cx="3331464" cy="-82296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503920" y="228600"/>
            <a:ext cx="3200400" cy="777240"/>
          </a:xfrm>
          <a:prstGeom prst="rect">
            <a:avLst>
              <a:gd name="adj" fmla="val 11765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0" y="228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YoY Growth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457200" y="6629400"/>
            <a:ext cx="11274552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568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2026-04-06T18:53:36Z</dcterms:created>
  <dcterms:modified xsi:type="dcterms:W3CDTF">2026-04-06T18:53:36Z</dcterms:modified>
</cp:coreProperties>
</file>