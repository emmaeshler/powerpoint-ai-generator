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Soda causes diabetes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10820095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10454335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objectives and success criteria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cross-functional stakeholders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framework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and adjust course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2026-04-03T21:04:46Z</dcterms:created>
  <dcterms:modified xsi:type="dcterms:W3CDTF">2026-04-03T21:04:46Z</dcterms:modified>
</cp:coreProperties>
</file>